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A549-7284-4F31-825D-05610077F5CD}" type="datetimeFigureOut">
              <a:rPr lang="pt-BR" smtClean="0"/>
              <a:t>14/06/2021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AD12-BCC3-48CA-9900-FBC81C67F520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227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A549-7284-4F31-825D-05610077F5CD}" type="datetimeFigureOut">
              <a:rPr lang="pt-BR" smtClean="0"/>
              <a:t>14/06/2021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AD12-BCC3-48CA-9900-FBC81C67F5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548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A549-7284-4F31-825D-05610077F5CD}" type="datetimeFigureOut">
              <a:rPr lang="pt-BR" smtClean="0"/>
              <a:t>14/06/2021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AD12-BCC3-48CA-9900-FBC81C67F520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977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A549-7284-4F31-825D-05610077F5CD}" type="datetimeFigureOut">
              <a:rPr lang="pt-BR" smtClean="0"/>
              <a:t>14/06/2021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AD12-BCC3-48CA-9900-FBC81C67F5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618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A549-7284-4F31-825D-05610077F5CD}" type="datetimeFigureOut">
              <a:rPr lang="pt-BR" smtClean="0"/>
              <a:t>14/06/2021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AD12-BCC3-48CA-9900-FBC81C67F5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761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A549-7284-4F31-825D-05610077F5CD}" type="datetimeFigureOut">
              <a:rPr lang="pt-BR" smtClean="0"/>
              <a:t>14/06/2021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AD12-BCC3-48CA-9900-FBC81C67F5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447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A549-7284-4F31-825D-05610077F5CD}" type="datetimeFigureOut">
              <a:rPr lang="pt-BR" smtClean="0"/>
              <a:t>14/06/2021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AD12-BCC3-48CA-9900-FBC81C67F5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2859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1CDA549-7284-4F31-825D-05610077F5CD}" type="datetimeFigureOut">
              <a:rPr lang="pt-BR" smtClean="0"/>
              <a:t>14/06/2021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64AD12-BCC3-48CA-9900-FBC81C67F5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150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A549-7284-4F31-825D-05610077F5CD}" type="datetimeFigureOut">
              <a:rPr lang="pt-BR" smtClean="0"/>
              <a:t>14/06/2021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AD12-BCC3-48CA-9900-FBC81C67F5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898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A549-7284-4F31-825D-05610077F5CD}" type="datetimeFigureOut">
              <a:rPr lang="pt-BR" smtClean="0"/>
              <a:t>14/06/2021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AD12-BCC3-48CA-9900-FBC81C67F5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2467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A549-7284-4F31-825D-05610077F5CD}" type="datetimeFigureOut">
              <a:rPr lang="pt-BR" smtClean="0"/>
              <a:t>14/06/2021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AD12-BCC3-48CA-9900-FBC81C67F5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70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1CDA549-7284-4F31-825D-05610077F5CD}" type="datetimeFigureOut">
              <a:rPr lang="pt-BR" smtClean="0"/>
              <a:t>14/06/2021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964AD12-BCC3-48CA-9900-FBC81C67F520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81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51C18-6B57-40AC-99AE-68C57AF3B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do Gado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CC8A7F-769A-4B96-B426-F7E8275B3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Um produtor comprou uma propriedade com 500 ha de pasto. Ele tem um capital de $ 10.400 para gastar na compra de gado ovino ou bovino. Os preços de mercado, os lucros anuais estimados por animal e o número de hectares requeridos por animal são dados na Tabela abaixo. Determine a melhor combinação de investimentos. 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78A451D-C9B3-4186-BFD2-5CB3CBDA0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149" y="3325405"/>
            <a:ext cx="84201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89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6F622-4157-41F7-9B55-8FCF0EEF785E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7200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Resolução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20ACD1-BD5E-4826-9C5F-CD74AE79F1F9}"/>
              </a:ext>
            </a:extLst>
          </p:cNvPr>
          <p:cNvSpPr txBox="1">
            <a:spLocks/>
          </p:cNvSpPr>
          <p:nvPr/>
        </p:nvSpPr>
        <p:spPr>
          <a:xfrm>
            <a:off x="1097280" y="1258349"/>
            <a:ext cx="10058400" cy="4610745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Função-objetivo = f = 12*x1 + 40*x2 + 7*x3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Restrições: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7*x1 + 100*x2 + 10*x3 &lt;= 10.400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x1 + 3*x2 + 0.5*x3 &lt;= 500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/>
              <a:t>xi &gt;= 0 e inteiras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262068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</TotalTime>
  <Words>110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Calibri</vt:lpstr>
      <vt:lpstr>Calibri Light</vt:lpstr>
      <vt:lpstr>Wingdings</vt:lpstr>
      <vt:lpstr>Retrospectiva</vt:lpstr>
      <vt:lpstr>Problema do Gado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Problema do Gado</dc:title>
  <dc:creator>José Enrique</dc:creator>
  <cp:lastModifiedBy>José Enrique</cp:lastModifiedBy>
  <cp:revision>2</cp:revision>
  <dcterms:created xsi:type="dcterms:W3CDTF">2021-06-14T10:55:58Z</dcterms:created>
  <dcterms:modified xsi:type="dcterms:W3CDTF">2021-06-14T11:10:56Z</dcterms:modified>
</cp:coreProperties>
</file>